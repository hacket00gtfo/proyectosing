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9144000" cy="54864"/>
          </a:xfrm>
          <a:prstGeom prst="rect">
            <a:avLst/>
          </a:prstGeom>
          <a:solidFill>
            <a:srgbClr val="69F0A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CS13309 · Proyecto de Ingeniería de Software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Prácticas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1, 2 y 3 — Fase de Tokenización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320040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Tecmilenio · Ingeniería de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construir?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búsqueda de texto en C++ con Visual Studio Community.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72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 1–3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1874520"/>
            <a:ext cx="137160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0" name="Shape 8"/>
          <p:cNvSpPr/>
          <p:nvPr/>
        </p:nvSpPr>
        <p:spPr>
          <a:xfrm>
            <a:off x="2029968" y="1417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90A4AE"/>
          </a:solidFill>
          <a:ln/>
        </p:spPr>
      </p:sp>
      <p:sp>
        <p:nvSpPr>
          <p:cNvPr id="11" name="Text 9"/>
          <p:cNvSpPr/>
          <p:nvPr/>
        </p:nvSpPr>
        <p:spPr>
          <a:xfrm>
            <a:off x="2029968" y="1472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29968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9584" y="1874520"/>
            <a:ext cx="137160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94176" y="1417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90A4AE"/>
          </a:solidFill>
          <a:ln/>
        </p:spPr>
      </p:sp>
      <p:sp>
        <p:nvSpPr>
          <p:cNvPr id="15" name="Text 13"/>
          <p:cNvSpPr/>
          <p:nvPr/>
        </p:nvSpPr>
        <p:spPr>
          <a:xfrm>
            <a:off x="3694176" y="1472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94176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93792" y="1874520"/>
            <a:ext cx="137160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358384" y="1417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90A4AE"/>
          </a:solidFill>
          <a:ln/>
        </p:spPr>
      </p:sp>
      <p:sp>
        <p:nvSpPr>
          <p:cNvPr id="19" name="Text 17"/>
          <p:cNvSpPr/>
          <p:nvPr/>
        </p:nvSpPr>
        <p:spPr>
          <a:xfrm>
            <a:off x="5358384" y="1472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58384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874520"/>
            <a:ext cx="137160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22592" y="14173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90A4AE"/>
          </a:solidFill>
          <a:ln/>
        </p:spPr>
      </p:sp>
      <p:sp>
        <p:nvSpPr>
          <p:cNvPr id="23" name="Text 21"/>
          <p:cNvSpPr/>
          <p:nvPr/>
        </p:nvSpPr>
        <p:spPr>
          <a:xfrm>
            <a:off x="7022592" y="1472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06040"/>
            <a:ext cx="8412480" cy="45720"/>
          </a:xfrm>
          <a:prstGeom prst="roundRect">
            <a:avLst>
              <a:gd name="adj" fmla="val 60000"/>
            </a:avLst>
          </a:prstGeom>
          <a:solidFill>
            <a:srgbClr val="C8E6C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2491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actividades de esta fase construyen la tubería de procesamiento de texto: abrir → limpiar → tokenizar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" y="3246120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2826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2461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archivos HTML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429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archivos y medir el tiempo de apertura.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803904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384048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" y="38039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etiquetas HTML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3986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archivos de texto limpio sin marcado HTML.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4361688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39826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43616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y ordenar palabras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5445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el texto y ordenar las palabras alfabéticamente.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630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del proyecto y verificación de archivos HTML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D4EFD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16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proyecto final y abrir los archivos HTML.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0574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previos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95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los archivos HTML del curso (no renombrar ninguno).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cómputo con Visual Studio Community · Lenguaje: C++.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comenzar: revisar las lecturas y videos del tema.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Desarrollo de la actividad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2354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686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y descomprimir los archivos 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el archivo CS13309_archivos_HTML.zip de la plataforma y descomprimirlo en una carpeta local. No renombrar ningún archivo.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1344168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28216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7282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función open_file()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función que reciba el nombre del archivo como parámetro (ej. open_file("001.html")) y lo abra eficientemente. Se puede usar funciones propias o del compilador.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203704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87752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4261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registrar tiempos (log)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Cronometrar el tiempo que tarda en abrir cada archivo HTML y el tiempo total. Guardar el log en un archivo llamado a1_matricula.txt con el formato indicado en clase.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063240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47288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0215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4472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el reporte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capturas de pantalla que demuestren la funcionalidad, el diagrama de flujo del programa y el código fuente como anexo.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¿Qué debo entregar?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(.pdf o .docx)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710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 funcionamiento del programa + código fuente como anexo + diagrama de flujo.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🗜️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+ log (.zip)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comprimido con el proyecto de Visual Studio y el archivo a1_matricula.txt generado.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630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las etiquetas HTML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D4EFD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16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las etiquetas de los archivos HTML y crear un nuevo archivo de salida.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0574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previos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95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completado la Actividad 1 correctamente.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cómputo con Visual Studio Community · Lenguaje: C++.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comenzar: revisar las lecturas y videos del tema.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Desarrollo de la actividad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2354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686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cada archivo HTML limpiado de la actividad anterior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o adaptar la lógica de apertura de archivos de la Actividad 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1344168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28216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7282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remove_html_tags()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función remove_html_tags("001.html") que busque y elimine todas las etiquetas HTML del contenido. Tip: investiga sobre expresiones regulares (regex) en C++.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203704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87752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4261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nuevos archivos de salida (sin etiquetas)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archivo HTML de entrada, crear un archivo de salida equivalente que contenga únicamente el texto limpio, sin marcado HTML.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063240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47288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0215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4472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tiempos y generar log a2_matricula.txt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Cronometrar tiempo por archivo y tiempo total del programa. Guardar en a2_matricula.txt con el formato de plantilla indicado.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¿Qué debo entregar?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(.pdf o .docx)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710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del programa funcionando + código fuente como anexo + diagrama de flujo.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🗜️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log + archivos generados (.zip)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VS, archivo a2_matricula.txt y los nuevos archivos HTML sin etiquetas.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630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palabras de archivos HTML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D4EFD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16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archivo que contenga únicamente las palabras de cada archivo.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0574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previos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95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completado la Actividad 2 correctamente.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cómputo con Visual Studio Community · Lenguaje: C++.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comenzar: revisar las lecturas y videos del tema.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Desarrollo de la actividad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75488" cy="47548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2354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686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los archivos de texto limpio (sin etiquetas)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archivos generados en la Actividad 2 como entrada.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1344168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28216"/>
            <a:ext cx="475488" cy="47548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7282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las palabras y decidir el manejo de caracteres especiales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el texto en palabras separadas. Definir criterio para palabras con guiones u otros caracteres especiales (ej: "Automata-based programming").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203704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87752"/>
            <a:ext cx="475488" cy="47548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4261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las palabras alfabéticamente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 lista de palabras de cada archivo. Se puede implementar una función propia o usar funciones del sistema. Guardar cada lista en un archivo separado (una palabra por línea).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063240"/>
            <a:ext cx="36576" cy="384048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447288"/>
            <a:ext cx="475488" cy="47548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0215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4472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tiempos y generar 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6941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Cronometrar: tiempo de tokenización + ordenamiento por archivo, y tiempo total. Guardar resultados en el log con el formato de plantilla indicado.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¿Qué debo entregar?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(.pdf o .docx)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710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del programa funcionando + código fuente como anexo + diagrama de flujo.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🗜️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log + archivos generados (.zip)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VS, el archivo log y los nuevos archivos con listas de palabras ordenadas.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 · Actividades 1, 2 y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4160520" cy="384048"/>
          </a:xfrm>
          <a:prstGeom prst="roundRect">
            <a:avLst>
              <a:gd name="adj" fmla="val 21429"/>
            </a:avLst>
          </a:prstGeom>
          <a:solidFill>
            <a:srgbClr val="1B5E2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42416"/>
            <a:ext cx="416052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778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Precisión del programa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 datos válidos e inválidos correctamente.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Muestra la salida esperada.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Imprime mensajes de error apropiados.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841248"/>
            <a:ext cx="4160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841248"/>
            <a:ext cx="4160520" cy="384048"/>
          </a:xfrm>
          <a:prstGeom prst="roundRect">
            <a:avLst>
              <a:gd name="adj" fmla="val 21429"/>
            </a:avLst>
          </a:prstGeom>
          <a:solidFill>
            <a:srgbClr val="1A237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1042416"/>
            <a:ext cx="4160520" cy="1828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8778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Diseño del software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 estructuras de datos y algoritmos adecuados.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programa es eficiente.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066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Incluye diagrama de flujo completo.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688336"/>
            <a:ext cx="4160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688336"/>
            <a:ext cx="4160520" cy="384048"/>
          </a:xfrm>
          <a:prstGeom prst="roundRect">
            <a:avLst>
              <a:gd name="adj" fmla="val 21429"/>
            </a:avLst>
          </a:prstGeom>
          <a:solidFill>
            <a:srgbClr val="4A148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889504"/>
            <a:ext cx="4160520" cy="1828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7249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Estilo de programación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145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Nombres claros de variables y funciones.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5295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Indentación adecuada del código.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9136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Documentación interna incluida.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2688336"/>
            <a:ext cx="4160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2688336"/>
            <a:ext cx="4160520" cy="384048"/>
          </a:xfrm>
          <a:prstGeom prst="roundRect">
            <a:avLst>
              <a:gd name="adj" fmla="val 21429"/>
            </a:avLst>
          </a:prstGeom>
          <a:solidFill>
            <a:srgbClr val="B7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2889504"/>
            <a:ext cx="4160520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4636008" y="27249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Pruebas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145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Documentación de casos de prueba.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35295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Demuestra entrada de datos normal.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9136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Demuestra validación de datos incorrectos.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9F0A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¿Qué construyes en cada actividad?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C2A3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283464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92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692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archivos 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0876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programa carga todos los archivos HTML y registra cuánto tiempo tarda en abrir cada uno y en total.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971800"/>
            <a:ext cx="2487168" cy="320040"/>
          </a:xfrm>
          <a:prstGeom prst="roundRect">
            <a:avLst>
              <a:gd name="adj" fmla="val 17143"/>
            </a:avLst>
          </a:prstGeom>
          <a:solidFill>
            <a:srgbClr val="25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990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Log: a1_matricula.txt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C2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9144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188720"/>
            <a:ext cx="2834640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9692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9692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etiquetas 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150876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programa elimina el marcado HTML y genera archivos de texto limpio. Registra los tiempos de procesamiento.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2971800"/>
            <a:ext cx="2487168" cy="320040"/>
          </a:xfrm>
          <a:prstGeom prst="roundRect">
            <a:avLst>
              <a:gd name="adj" fmla="val 17143"/>
            </a:avLst>
          </a:prstGeom>
          <a:solidFill>
            <a:srgbClr val="25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3447288" y="2990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Log: a2_matricula.txt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91440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1C2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91440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6A1B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188720"/>
            <a:ext cx="2834640" cy="228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9692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9692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y ordenar palabras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82512" y="150876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programa tokeniza el texto limpio, ordena las palabras alfabéticamente y genera un archivo por cada HTML.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82512" y="2971800"/>
            <a:ext cx="2487168" cy="320040"/>
          </a:xfrm>
          <a:prstGeom prst="roundRect">
            <a:avLst>
              <a:gd name="adj" fmla="val 17143"/>
            </a:avLst>
          </a:prstGeom>
          <a:solidFill>
            <a:srgbClr val="2535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2990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Log: log de salida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es prerequisito de la siguiente · El código se construye de forma incremental.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2026-08-25T00:58:20Z</dcterms:created>
  <dcterms:modified xsi:type="dcterms:W3CDTF">2026-08-25T00:58:20Z</dcterms:modified>
</cp:coreProperties>
</file>